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5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192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Оценка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CADCFC"/>
                    </a:solidFill>
                    <a:latin typeface="Arial"/>
                  </a:defRPr>
                </a:pPr>
                <a:endParaRPr lang="en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Релевантность</c:v>
                </c:pt>
                <c:pt idx="1">
                  <c:v>TLDR</c:v>
                </c:pt>
                <c:pt idx="2">
                  <c:v>Summary</c:v>
                </c:pt>
                <c:pt idx="3">
                  <c:v>Twitter</c:v>
                </c:pt>
                <c:pt idx="4">
                  <c:v>Telegram</c:v>
                </c:pt>
                <c:pt idx="5">
                  <c:v>Полезность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4.2</c:v>
                </c:pt>
                <c:pt idx="1">
                  <c:v>4</c:v>
                </c:pt>
                <c:pt idx="2">
                  <c:v>3.8</c:v>
                </c:pt>
                <c:pt idx="3">
                  <c:v>4.4000000000000004</c:v>
                </c:pt>
                <c:pt idx="4">
                  <c:v>4.5999999999999996</c:v>
                </c:pt>
                <c:pt idx="5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FD-7C42-8837-C31F41D3A3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8D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2A3A7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8D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A5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9357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22860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kern="0" spc="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VISIONARY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AI-платформа для автоматической агрегации и анализа tech-контента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1463040" cy="64008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66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35204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0" y="3474720"/>
            <a:ext cx="1463040" cy="64008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35661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08960" y="35204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389120" y="3474720"/>
            <a:ext cx="1463040" cy="64008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5661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37760" y="35204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217920" y="3474720"/>
            <a:ext cx="1463040" cy="64008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5661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66560" y="35204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708660" y="4472412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Лев Алексеевич Меньщиков</a:t>
            </a: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ru-RU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Быстрое создание </a:t>
            </a: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Data Science| </a:t>
            </a:r>
            <a:r>
              <a:rPr lang="ru-RU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март </a:t>
            </a: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ПРОБЛЕМА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840480" cy="100584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" cy="10058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BA3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60-120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мин/день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уходит на ручной мониторинг новостей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3840480" cy="100584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468880"/>
            <a:ext cx="73152" cy="10058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BA3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0584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потоке RSS и Twitter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нерелевантный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контент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3840480" cy="100584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657600"/>
            <a:ext cx="73152" cy="10058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749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BA3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FOMO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46888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страх пропустить важную новость или сделку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1280160"/>
            <a:ext cx="3474720" cy="320040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0352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Кому это знакомо?</a:t>
            </a:r>
            <a:endParaRPr lang="en-US" sz="16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103120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806440" y="2057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Технологические предприниматели</a:t>
            </a:r>
            <a:endParaRPr lang="en-US" sz="13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697480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80644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Венчурные аналитики и инвесторы</a:t>
            </a:r>
            <a:endParaRPr lang="en-US" sz="13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29184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80644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и технические лиды</a:t>
            </a:r>
            <a:endParaRPr lang="en-US" sz="13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88620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806440" y="3840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Продакт-менеджеры в tech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ЭТО РАБОТАЕТ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56032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55448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860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Сбор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3246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(a16z, TechCrunch) + Twitter/X (twikit)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2468880"/>
            <a:ext cx="228600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06040" y="1371600"/>
            <a:ext cx="1920240" cy="256032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91840" y="155448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9"/>
          <p:cNvSpPr/>
          <p:nvPr/>
        </p:nvSpPr>
        <p:spPr>
          <a:xfrm>
            <a:off x="32918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22860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9748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Анализ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743200" y="3246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Haiku: скоринг 0–10 по важности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468880"/>
            <a:ext cx="228600" cy="2286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754880" y="1371600"/>
            <a:ext cx="1920240" cy="256032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440680" y="155448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0" name="Text 14"/>
          <p:cNvSpPr/>
          <p:nvPr/>
        </p:nvSpPr>
        <p:spPr>
          <a:xfrm>
            <a:off x="54406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28600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4632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Фильтрация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892040" y="3246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Топ-5 статей, топ-10 твитов по релевантности</a:t>
            </a:r>
            <a:endParaRPr lang="en-US" sz="11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468880"/>
            <a:ext cx="228600" cy="2286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903720" y="1371600"/>
            <a:ext cx="1920240" cy="256032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589520" y="155448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7" name="Text 19"/>
          <p:cNvSpPr/>
          <p:nvPr/>
        </p:nvSpPr>
        <p:spPr>
          <a:xfrm>
            <a:off x="75895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2286000"/>
            <a:ext cx="457200" cy="4572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99516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Доставка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7040880" y="3246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Telegram-канал + discussion group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731520" y="4206240"/>
            <a:ext cx="7680960" cy="59436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42976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463040" y="420624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LLM-ранжирование вместо keyword-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фильтрации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шума</a:t>
            </a:r>
            <a:r>
              <a:rPr lang="ru-RU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сигнала</a:t>
            </a:r>
            <a:r>
              <a:rPr lang="ru-RU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ИСТОЧНИКИ И ПРОЕКТЫ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77724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" cy="77724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463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a16z Newsletter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16642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Ежедневная рассылка a16z — топ-5 статей с TLDR и summary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2194560"/>
            <a:ext cx="7680960" cy="77724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194560"/>
            <a:ext cx="73152" cy="77724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3774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TechCrunch Startups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00200" y="25786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RSS-фид TechCrunch Startups — ранжирование и суммаризация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3108960"/>
            <a:ext cx="7680960" cy="77724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108960"/>
            <a:ext cx="73152" cy="77724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2918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TechCrunch Venture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34930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RSS-фид TechCrunch Venture — фокус на сделках и раундах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1520" y="4023360"/>
            <a:ext cx="7680960" cy="77724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4023360"/>
            <a:ext cx="73152" cy="7772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2062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Twitter/X Дайджест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600200" y="44074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встроенных сетов + кастомные через бота. Топ-10 твитов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914400" y="4434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Twitter-сеты:  </a:t>
            </a:r>
            <a:r>
              <a:rPr lang="en-US" sz="1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Palantir  |  Blockchain  |  Venture  |  YCombinator  |  Cypherpunk  |  Entrepreneurs  |  Hackers  |  Lifestyle  |  Protectorium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ТЕХНОЛОГИЧЕСКИЙ СТЕК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749040" cy="100584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173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Haiku 4.5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6304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для суммаризации, ранжирования и анализа. Temperature=0 для Twitter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1280160"/>
            <a:ext cx="3749040" cy="100584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4173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feedparser + BeautifulSoup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57784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 RSS-лент и извлечение текста из HTML-страниц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31520" y="2468880"/>
            <a:ext cx="3749040" cy="100584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6060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twikit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46304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 Twitter/X без официального API. Session-based авторизация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46320" y="2468880"/>
            <a:ext cx="3749040" cy="100584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6060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7784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python-telegram-bot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57784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Telegram-бот с job scheduler для автоматических дайджестов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31520" y="3657600"/>
            <a:ext cx="3749040" cy="100584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79476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3749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Pydantic + dotenv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463040" y="4114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данных и безопасное хранение секретов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846320" y="3657600"/>
            <a:ext cx="3749040" cy="100584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79476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577840" y="3749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 + Bot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5577840" y="4114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интерфейса: командная строка (visionary.py) и Telegram-бот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РЕЗУЛЬТАТЫ И МЕТРИКИ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182880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5BA3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5-15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мин/день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60-120 минут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920240" cy="182880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5BA3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4.2/5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0604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2423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полезность (фокус-группа)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1920240" cy="182880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5BA3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$0.02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5488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запуск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423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Claude Haiku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280160"/>
            <a:ext cx="1920240" cy="182880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5BA3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~$7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0372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месяц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2423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стоимость (с VPS)</a:t>
            </a:r>
            <a:endParaRPr lang="en-US" sz="1100" dirty="0"/>
          </a:p>
        </p:txBody>
      </p:sp>
      <p:graphicFrame>
        <p:nvGraphicFramePr>
          <p:cNvPr id="20" name="Chart 0"/>
          <p:cNvGraphicFramePr/>
          <p:nvPr>
            <p:extLst>
              <p:ext uri="{D42A27DB-BD31-4B8C-83A1-F6EECF244321}">
                <p14:modId xmlns:p14="http://schemas.microsoft.com/office/powerpoint/2010/main" val="474350574"/>
              </p:ext>
            </p:extLst>
          </p:nvPr>
        </p:nvGraphicFramePr>
        <p:xfrm>
          <a:off x="457200" y="3383280"/>
          <a:ext cx="822960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КОНКУРЕНТНЫЙ АНАЛИЗ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Visionary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Feedly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Tweetsmash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Вручную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Время в день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5-15 мин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15-30 мин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10-20 мин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60-120 мин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Источники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RSS + Twitter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RSS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Twitter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 (вручную)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LLM-ранжирование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 (0-10)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Частичное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Стоимость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~$7/мес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$6-18/мес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$10+/мес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Бесплатно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Нативная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Кастомизация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Twitter-сеты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Фильтры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Списки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Полная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РАЗВИТИЕ ПРОЕКТА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47472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Сейчас (MVP)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0312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057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источника (a16z, TC x2, Twitter)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4320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+ Telegram-бот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8328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Ежедневный автодайджест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2336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3977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встроенных Twitter-сетов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3337560" y="1280160"/>
            <a:ext cx="2651760" cy="347472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3337560" y="1280160"/>
            <a:ext cx="265176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Text 11"/>
          <p:cNvSpPr/>
          <p:nvPr/>
        </p:nvSpPr>
        <p:spPr>
          <a:xfrm>
            <a:off x="352044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Следующий этап</a:t>
            </a:r>
            <a:endParaRPr lang="en-US" sz="15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103120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886200" y="2057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Кастомные RSS через бота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743200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88620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Настраиваемое расписание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383280"/>
            <a:ext cx="228600" cy="2286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88620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Inline-кнопки «Подробнее»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4023360"/>
            <a:ext cx="228600" cy="2286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886200" y="3977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Улучшение промптов</a:t>
            </a:r>
            <a:endParaRPr lang="en-US" sz="1200" dirty="0"/>
          </a:p>
        </p:txBody>
      </p:sp>
      <p:sp>
        <p:nvSpPr>
          <p:cNvPr id="26" name="Shape 16"/>
          <p:cNvSpPr/>
          <p:nvPr/>
        </p:nvSpPr>
        <p:spPr>
          <a:xfrm>
            <a:off x="6217920" y="1280160"/>
            <a:ext cx="2651760" cy="3474720"/>
          </a:xfrm>
          <a:prstGeom prst="rect">
            <a:avLst/>
          </a:prstGeom>
          <a:solidFill>
            <a:srgbClr val="1A2A5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17"/>
          <p:cNvSpPr/>
          <p:nvPr/>
        </p:nvSpPr>
        <p:spPr>
          <a:xfrm>
            <a:off x="6217920" y="1280160"/>
            <a:ext cx="265176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8" name="Text 18"/>
          <p:cNvSpPr/>
          <p:nvPr/>
        </p:nvSpPr>
        <p:spPr>
          <a:xfrm>
            <a:off x="640080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Перспектива</a:t>
            </a:r>
            <a:endParaRPr lang="en-US" sz="15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103120"/>
            <a:ext cx="228600" cy="22860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766560" y="2057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поддержка</a:t>
            </a:r>
            <a:endParaRPr lang="en-US" sz="12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743200"/>
            <a:ext cx="228600" cy="22860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76656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Web-интерфейс</a:t>
            </a:r>
            <a:endParaRPr lang="en-US" sz="12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383280"/>
            <a:ext cx="228600" cy="22860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676656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трендов</a:t>
            </a:r>
            <a:endParaRPr lang="en-US" sz="12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023360"/>
            <a:ext cx="228600" cy="22860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6766560" y="3977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Монетизация (premium)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22860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kern="0" spc="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VISIONARY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шума. Больше сигнала.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4572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5844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Спасибо за внимание!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429</Words>
  <Application>Microsoft Macintosh PowerPoint</Application>
  <PresentationFormat>On-screen Show (16:9)</PresentationFormat>
  <Paragraphs>135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Visionary — MVP Presentation</dc:title>
  <dc:subject>PptxGenJS Presentation</dc:subject>
  <dc:creator>Lev</dc:creator>
  <cp:lastModifiedBy>Lev Menshchikov</cp:lastModifiedBy>
  <cp:revision>2</cp:revision>
  <dcterms:created xsi:type="dcterms:W3CDTF">2026-03-15T11:41:07Z</dcterms:created>
  <dcterms:modified xsi:type="dcterms:W3CDTF">2026-03-15T11:46:44Z</dcterms:modified>
</cp:coreProperties>
</file>